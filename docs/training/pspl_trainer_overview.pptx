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Pakistani social protection — data engineering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Local lakehouse demo · Synthetic data · pspl.duckdb + Delta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(in / 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In: Bronze/Silver Delta, dbt marts in DuckDB, KPI SQL, Streamlit, tests, optional Airflow</a:t>
            </a:r>
          </a:p>
          <a:p>
            <a:pPr>
              <a:defRPr sz="2000"/>
            </a:pPr>
            <a:r>
              <a:t>In: PSPL + refugee-style synthetic datasets for practice (not official stats)</a:t>
            </a:r>
          </a:p>
          <a:p>
            <a:pPr>
              <a:defRPr sz="2000"/>
            </a:pPr>
            <a:r>
              <a:t>Out: Production PII, real programme numbers, streaming/CDC, cloud deploy of this exact layout</a:t>
            </a:r>
          </a:p>
          <a:p>
            <a:pPr>
              <a:defRPr sz="2000"/>
            </a:pPr>
            <a:r>
              <a:t>Docs: docs/SCOPE_AND_CLOUD.md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pipeline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0 Optional: datagenerator → data_large/</a:t>
            </a:r>
          </a:p>
          <a:p>
            <a:pPr>
              <a:defRPr sz="2000"/>
            </a:pPr>
            <a:r>
              <a:t>1 ingest → delta_lake/bronze/</a:t>
            </a:r>
          </a:p>
          <a:p>
            <a:pPr>
              <a:defRPr sz="2000"/>
            </a:pPr>
            <a:r>
              <a:t>2 Silver notebook → delta_lake/silver/</a:t>
            </a:r>
          </a:p>
          <a:p>
            <a:pPr>
              <a:defRPr sz="2000"/>
            </a:pPr>
            <a:r>
              <a:t>3 dbt run / test → pspl.duckdb (repo root)</a:t>
            </a:r>
          </a:p>
          <a:p>
            <a:pPr>
              <a:defRPr sz="2000"/>
            </a:pPr>
            <a:r>
              <a:t>4 sql-kpis, Streamlit dashboard; Airflow schedules the same steps in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Cloud alternatives (selected)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Local</a:t>
            </a:r>
          </a:p>
          <a:p>
            <a:pPr>
              <a:defRPr sz="1600"/>
            </a:pPr>
            <a:r>
              <a:t>PySpark + Delta on disk</a:t>
            </a:r>
          </a:p>
          <a:p>
            <a:pPr>
              <a:defRPr sz="1600"/>
            </a:pPr>
            <a:r>
              <a:t>dbt-duckdb + pspl.duckdb</a:t>
            </a:r>
          </a:p>
          <a:p>
            <a:pPr>
              <a:defRPr sz="1600"/>
            </a:pPr>
            <a:r>
              <a:t>Make / PowerShell scripts</a:t>
            </a:r>
          </a:p>
          <a:p>
            <a:pPr>
              <a:defRPr sz="1600"/>
            </a:pPr>
            <a:r>
              <a:t>Streamlit on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Cloud-style</a:t>
            </a:r>
          </a:p>
          <a:p>
            <a:pPr>
              <a:defRPr sz="1600"/>
            </a:pPr>
            <a:r>
              <a:t>Databricks Spark + Delta on ADLS/S3</a:t>
            </a:r>
          </a:p>
          <a:p>
            <a:pPr>
              <a:defRPr sz="1600"/>
            </a:pPr>
            <a:r>
              <a:t>dbt-databricks + Unity Catalog</a:t>
            </a:r>
          </a:p>
          <a:p>
            <a:pPr>
              <a:defRPr sz="1600"/>
            </a:pPr>
            <a:r>
              <a:t>ADF / Workflows / managed Airflow</a:t>
            </a:r>
          </a:p>
          <a:p>
            <a:pPr>
              <a:defRPr sz="1600"/>
            </a:pPr>
            <a:r>
              <a:t>Warehouse SQL + BI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to verify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data_large/ — nine source files</a:t>
            </a:r>
          </a:p>
          <a:p>
            <a:pPr>
              <a:defRPr sz="2000"/>
            </a:pPr>
            <a:r>
              <a:t>delta_lake/bronze and silver — Delta table folders</a:t>
            </a:r>
          </a:p>
          <a:p>
            <a:pPr>
              <a:defRPr sz="2000"/>
            </a:pPr>
            <a:r>
              <a:t>pspl.duckdb — after dbt run (gitignored)</a:t>
            </a:r>
          </a:p>
          <a:p>
            <a:pPr>
              <a:defRPr sz="2000"/>
            </a:pPr>
            <a:r>
              <a:t>Full command matrix: docs/RUN_EACH_COMPONENT.md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Trainer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docs/training/COMPLETE_TECHNICAL_TRAINER_GUIDE.md — labs and agendas</a:t>
            </a:r>
          </a:p>
          <a:p>
            <a:pPr>
              <a:defRPr sz="2000"/>
            </a:pPr>
            <a:r>
              <a:t>docs/training/TRAINER_SLIDES_WITH_SPEAKER_NOTES.md — Marp-style manuscript</a:t>
            </a:r>
          </a:p>
          <a:p>
            <a:pPr>
              <a:defRPr sz="2000"/>
            </a:pPr>
            <a:r>
              <a:t>Regenerate this deck: python scripts/generate_pspl_trainer_deck.py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